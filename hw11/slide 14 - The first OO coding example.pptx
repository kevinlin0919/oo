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jkKwj2by3PmiAJUtxTw0kpNM9K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5" name="Google Shape;53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" name="Google Shape;5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1" name="Google Shape;6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9" name="Google Shape;6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7" name="Google Shape;6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5" name="Google Shape;6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1" name="Google Shape;6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9" name="Google Shape;6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7" name="Google Shape;6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1" name="Google Shape;7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0" name="Google Shape;7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8" name="Google Shape;7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6" name="Google Shape;7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2" name="Google Shape;7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0" name="Google Shape;7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8" name="Google Shape;75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4" name="Google Shape;77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0" name="Google Shape;79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35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3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5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，文字及物件" type="txAndObj">
  <p:cSld name="TEXT_AND_OBJEC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457200" y="1600200"/>
            <a:ext cx="4038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36"/>
          <p:cNvSpPr txBox="1"/>
          <p:nvPr>
            <p:ph idx="2" type="body"/>
          </p:nvPr>
        </p:nvSpPr>
        <p:spPr>
          <a:xfrm>
            <a:off x="4648200" y="1600200"/>
            <a:ext cx="4038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36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3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6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 rot="5400000">
            <a:off x="4728369" y="2175669"/>
            <a:ext cx="585946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 rot="5400000">
            <a:off x="537369" y="194469"/>
            <a:ext cx="585946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37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3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7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 rot="5400000">
            <a:off x="2305050" y="-247650"/>
            <a:ext cx="45339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38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8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62" name="Google Shape;262;p39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39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9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SzPts val="1400"/>
              <a:buChar char="■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292100" lvl="3" marL="1828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268" name="Google Shape;268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4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0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4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1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2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4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279400" lvl="3" marL="1828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86" name="Google Shape;286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279400" lvl="3" marL="1828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287" name="Google Shape;287;p43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4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3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457200" y="1600200"/>
            <a:ext cx="4038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293" name="Google Shape;293;p44"/>
          <p:cNvSpPr txBox="1"/>
          <p:nvPr>
            <p:ph idx="2" type="body"/>
          </p:nvPr>
        </p:nvSpPr>
        <p:spPr>
          <a:xfrm>
            <a:off x="4648200" y="1600200"/>
            <a:ext cx="4038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285750" lvl="3" marL="1828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294" name="Google Shape;294;p44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4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4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題" type="secHead">
  <p:cSld name="SECTION_HEADER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0" name="Google Shape;300;p45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4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45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7"/>
          <p:cNvSpPr txBox="1"/>
          <p:nvPr>
            <p:ph type="ctrTitle"/>
          </p:nvPr>
        </p:nvSpPr>
        <p:spPr>
          <a:xfrm>
            <a:off x="685800" y="1844675"/>
            <a:ext cx="7772400" cy="1736725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0" name="Google Shape;530;p4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47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rgbClr val="2F2F47"/>
            </a:gs>
          </a:gsLst>
          <a:lin ang="27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4"/>
          <p:cNvGrpSpPr/>
          <p:nvPr/>
        </p:nvGrpSpPr>
        <p:grpSpPr>
          <a:xfrm>
            <a:off x="-103187" y="1304520"/>
            <a:ext cx="9350375" cy="5638288"/>
            <a:chOff x="-65" y="822"/>
            <a:chExt cx="5890" cy="3552"/>
          </a:xfrm>
        </p:grpSpPr>
        <p:sp>
          <p:nvSpPr>
            <p:cNvPr id="11" name="Google Shape;11;p34"/>
            <p:cNvSpPr txBox="1"/>
            <p:nvPr/>
          </p:nvSpPr>
          <p:spPr>
            <a:xfrm flipH="1" rot="10020000">
              <a:off x="-14" y="1033"/>
              <a:ext cx="1744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4"/>
            <p:cNvSpPr txBox="1"/>
            <p:nvPr/>
          </p:nvSpPr>
          <p:spPr>
            <a:xfrm flipH="1" rot="10020000">
              <a:off x="-24" y="1127"/>
              <a:ext cx="2033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4"/>
            <p:cNvSpPr txBox="1"/>
            <p:nvPr/>
          </p:nvSpPr>
          <p:spPr>
            <a:xfrm flipH="1" rot="9960000">
              <a:off x="-27" y="1198"/>
              <a:ext cx="2246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4"/>
            <p:cNvSpPr txBox="1"/>
            <p:nvPr/>
          </p:nvSpPr>
          <p:spPr>
            <a:xfrm flipH="1" rot="9900000">
              <a:off x="-43" y="1283"/>
              <a:ext cx="2476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4"/>
            <p:cNvSpPr txBox="1"/>
            <p:nvPr/>
          </p:nvSpPr>
          <p:spPr>
            <a:xfrm flipH="1" rot="9840000">
              <a:off x="-51" y="1397"/>
              <a:ext cx="2770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4"/>
            <p:cNvSpPr txBox="1"/>
            <p:nvPr/>
          </p:nvSpPr>
          <p:spPr>
            <a:xfrm flipH="1" rot="9780000">
              <a:off x="-65" y="1523"/>
              <a:ext cx="3058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4"/>
            <p:cNvSpPr txBox="1"/>
            <p:nvPr/>
          </p:nvSpPr>
          <p:spPr>
            <a:xfrm flipH="1" rot="9720000">
              <a:off x="-93" y="1694"/>
              <a:ext cx="3403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4"/>
            <p:cNvSpPr txBox="1"/>
            <p:nvPr/>
          </p:nvSpPr>
          <p:spPr>
            <a:xfrm flipH="1" rot="9600000">
              <a:off x="-99" y="1863"/>
              <a:ext cx="374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4"/>
            <p:cNvSpPr txBox="1"/>
            <p:nvPr/>
          </p:nvSpPr>
          <p:spPr>
            <a:xfrm flipH="1" rot="9420000">
              <a:off x="-165" y="2053"/>
              <a:ext cx="420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4"/>
            <p:cNvSpPr txBox="1"/>
            <p:nvPr/>
          </p:nvSpPr>
          <p:spPr>
            <a:xfrm flipH="1" rot="9360000">
              <a:off x="-214" y="2289"/>
              <a:ext cx="4612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4"/>
            <p:cNvSpPr txBox="1"/>
            <p:nvPr/>
          </p:nvSpPr>
          <p:spPr>
            <a:xfrm flipH="1" rot="9180000">
              <a:off x="-313" y="2617"/>
              <a:ext cx="5200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4"/>
            <p:cNvSpPr txBox="1"/>
            <p:nvPr/>
          </p:nvSpPr>
          <p:spPr>
            <a:xfrm flipH="1" rot="8940000">
              <a:off x="9" y="2881"/>
              <a:ext cx="5401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2F2F47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4"/>
            <p:cNvSpPr txBox="1"/>
            <p:nvPr/>
          </p:nvSpPr>
          <p:spPr>
            <a:xfrm flipH="1" rot="8640000">
              <a:off x="1319" y="2928"/>
              <a:ext cx="4612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F1F2E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4"/>
            <p:cNvSpPr txBox="1"/>
            <p:nvPr/>
          </p:nvSpPr>
          <p:spPr>
            <a:xfrm flipH="1" rot="8220000">
              <a:off x="2681" y="3071"/>
              <a:ext cx="357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30305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4"/>
            <p:cNvSpPr txBox="1"/>
            <p:nvPr/>
          </p:nvSpPr>
          <p:spPr>
            <a:xfrm flipH="1" rot="7860000">
              <a:off x="4053" y="3502"/>
              <a:ext cx="207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0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4"/>
            <p:cNvSpPr txBox="1"/>
            <p:nvPr/>
          </p:nvSpPr>
          <p:spPr>
            <a:xfrm flipH="1" rot="-8340000">
              <a:off x="5086" y="2464"/>
              <a:ext cx="6" cy="2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4"/>
            <p:cNvSpPr txBox="1"/>
            <p:nvPr/>
          </p:nvSpPr>
          <p:spPr>
            <a:xfrm rot="7560000">
              <a:off x="5368" y="4166"/>
              <a:ext cx="501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0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4"/>
            <p:cNvSpPr txBox="1"/>
            <p:nvPr/>
          </p:nvSpPr>
          <p:spPr>
            <a:xfrm rot="-8640000">
              <a:off x="5597" y="3903"/>
              <a:ext cx="6" cy="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4"/>
            <p:cNvSpPr txBox="1"/>
            <p:nvPr/>
          </p:nvSpPr>
          <p:spPr>
            <a:xfrm rot="1020000">
              <a:off x="-146" y="2360"/>
              <a:ext cx="604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4"/>
            <p:cNvSpPr txBox="1"/>
            <p:nvPr/>
          </p:nvSpPr>
          <p:spPr>
            <a:xfrm rot="1560000">
              <a:off x="-198" y="3396"/>
              <a:ext cx="4142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1416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4"/>
            <p:cNvSpPr txBox="1"/>
            <p:nvPr/>
          </p:nvSpPr>
          <p:spPr>
            <a:xfrm rot="1680000">
              <a:off x="-165" y="3624"/>
              <a:ext cx="280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1416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4"/>
            <p:cNvSpPr txBox="1"/>
            <p:nvPr/>
          </p:nvSpPr>
          <p:spPr>
            <a:xfrm rot="1920000">
              <a:off x="-110" y="3922"/>
              <a:ext cx="1400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4"/>
            <p:cNvSpPr txBox="1"/>
            <p:nvPr/>
          </p:nvSpPr>
          <p:spPr>
            <a:xfrm rot="1380000">
              <a:off x="-216" y="3221"/>
              <a:ext cx="5477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2324A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4"/>
            <p:cNvSpPr txBox="1"/>
            <p:nvPr/>
          </p:nvSpPr>
          <p:spPr>
            <a:xfrm rot="960000">
              <a:off x="-115" y="2129"/>
              <a:ext cx="601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B3B5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4"/>
            <p:cNvSpPr txBox="1"/>
            <p:nvPr/>
          </p:nvSpPr>
          <p:spPr>
            <a:xfrm flipH="1" rot="-9840000">
              <a:off x="80" y="1946"/>
              <a:ext cx="575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4"/>
            <p:cNvSpPr txBox="1"/>
            <p:nvPr/>
          </p:nvSpPr>
          <p:spPr>
            <a:xfrm rot="840000">
              <a:off x="374" y="1802"/>
              <a:ext cx="5475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4"/>
            <p:cNvSpPr txBox="1"/>
            <p:nvPr/>
          </p:nvSpPr>
          <p:spPr>
            <a:xfrm rot="720000">
              <a:off x="848" y="1582"/>
              <a:ext cx="497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4"/>
            <p:cNvSpPr txBox="1"/>
            <p:nvPr/>
          </p:nvSpPr>
          <p:spPr>
            <a:xfrm rot="720000">
              <a:off x="1053" y="1476"/>
              <a:ext cx="475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4"/>
            <p:cNvSpPr txBox="1"/>
            <p:nvPr/>
          </p:nvSpPr>
          <p:spPr>
            <a:xfrm rot="660000">
              <a:off x="1244" y="1377"/>
              <a:ext cx="4557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4"/>
            <p:cNvSpPr txBox="1"/>
            <p:nvPr/>
          </p:nvSpPr>
          <p:spPr>
            <a:xfrm flipH="1" rot="-10140000">
              <a:off x="1487" y="1305"/>
              <a:ext cx="431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4"/>
            <p:cNvSpPr txBox="1"/>
            <p:nvPr/>
          </p:nvSpPr>
          <p:spPr>
            <a:xfrm flipH="1" rot="-10140000">
              <a:off x="1650" y="1218"/>
              <a:ext cx="415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 txBox="1"/>
            <p:nvPr/>
          </p:nvSpPr>
          <p:spPr>
            <a:xfrm flipH="1" rot="-9960000">
              <a:off x="611" y="1684"/>
              <a:ext cx="520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4"/>
            <p:cNvSpPr txBox="1"/>
            <p:nvPr/>
          </p:nvSpPr>
          <p:spPr>
            <a:xfrm flipH="1" rot="-9480000">
              <a:off x="-204" y="2976"/>
              <a:ext cx="6150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4"/>
            <p:cNvSpPr txBox="1"/>
            <p:nvPr/>
          </p:nvSpPr>
          <p:spPr>
            <a:xfrm flipH="1" rot="-9600000">
              <a:off x="-174" y="2663"/>
              <a:ext cx="610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4"/>
            <p:cNvSpPr/>
            <p:nvPr/>
          </p:nvSpPr>
          <p:spPr>
            <a:xfrm>
              <a:off x="740" y="3359"/>
              <a:ext cx="168" cy="9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4"/>
            <p:cNvSpPr/>
            <p:nvPr/>
          </p:nvSpPr>
          <p:spPr>
            <a:xfrm>
              <a:off x="236" y="3074"/>
              <a:ext cx="168" cy="9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4"/>
            <p:cNvSpPr/>
            <p:nvPr/>
          </p:nvSpPr>
          <p:spPr>
            <a:xfrm>
              <a:off x="159" y="3652"/>
              <a:ext cx="196" cy="10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4"/>
            <p:cNvSpPr/>
            <p:nvPr/>
          </p:nvSpPr>
          <p:spPr>
            <a:xfrm>
              <a:off x="2077" y="2661"/>
              <a:ext cx="156" cy="8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4"/>
            <p:cNvSpPr/>
            <p:nvPr/>
          </p:nvSpPr>
          <p:spPr>
            <a:xfrm>
              <a:off x="1223" y="3076"/>
              <a:ext cx="168" cy="9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4"/>
            <p:cNvSpPr/>
            <p:nvPr/>
          </p:nvSpPr>
          <p:spPr>
            <a:xfrm>
              <a:off x="1686" y="2857"/>
              <a:ext cx="156" cy="9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4"/>
            <p:cNvSpPr/>
            <p:nvPr/>
          </p:nvSpPr>
          <p:spPr>
            <a:xfrm>
              <a:off x="750" y="2839"/>
              <a:ext cx="151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4"/>
            <p:cNvSpPr/>
            <p:nvPr/>
          </p:nvSpPr>
          <p:spPr>
            <a:xfrm>
              <a:off x="367" y="2656"/>
              <a:ext cx="150" cy="8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4"/>
            <p:cNvSpPr/>
            <p:nvPr/>
          </p:nvSpPr>
          <p:spPr>
            <a:xfrm>
              <a:off x="1172" y="2642"/>
              <a:ext cx="156" cy="8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4"/>
            <p:cNvSpPr/>
            <p:nvPr/>
          </p:nvSpPr>
          <p:spPr>
            <a:xfrm>
              <a:off x="2401" y="2485"/>
              <a:ext cx="156" cy="8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4"/>
            <p:cNvSpPr/>
            <p:nvPr/>
          </p:nvSpPr>
          <p:spPr>
            <a:xfrm>
              <a:off x="1910" y="2314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4"/>
            <p:cNvSpPr/>
            <p:nvPr/>
          </p:nvSpPr>
          <p:spPr>
            <a:xfrm>
              <a:off x="2254" y="2154"/>
              <a:ext cx="134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4"/>
            <p:cNvSpPr/>
            <p:nvPr/>
          </p:nvSpPr>
          <p:spPr>
            <a:xfrm>
              <a:off x="2742" y="2305"/>
              <a:ext cx="140" cy="7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4"/>
            <p:cNvSpPr/>
            <p:nvPr/>
          </p:nvSpPr>
          <p:spPr>
            <a:xfrm>
              <a:off x="2812" y="1898"/>
              <a:ext cx="12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4"/>
            <p:cNvSpPr/>
            <p:nvPr/>
          </p:nvSpPr>
          <p:spPr>
            <a:xfrm>
              <a:off x="3721" y="1792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4"/>
            <p:cNvSpPr/>
            <p:nvPr/>
          </p:nvSpPr>
          <p:spPr>
            <a:xfrm>
              <a:off x="3528" y="1896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4"/>
            <p:cNvSpPr/>
            <p:nvPr/>
          </p:nvSpPr>
          <p:spPr>
            <a:xfrm>
              <a:off x="3064" y="1778"/>
              <a:ext cx="128" cy="6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4"/>
            <p:cNvSpPr/>
            <p:nvPr/>
          </p:nvSpPr>
          <p:spPr>
            <a:xfrm>
              <a:off x="3277" y="2024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4"/>
            <p:cNvSpPr/>
            <p:nvPr/>
          </p:nvSpPr>
          <p:spPr>
            <a:xfrm>
              <a:off x="3027" y="2160"/>
              <a:ext cx="133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4"/>
            <p:cNvSpPr/>
            <p:nvPr/>
          </p:nvSpPr>
          <p:spPr>
            <a:xfrm>
              <a:off x="1569" y="2453"/>
              <a:ext cx="150" cy="9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4"/>
            <p:cNvSpPr/>
            <p:nvPr/>
          </p:nvSpPr>
          <p:spPr>
            <a:xfrm>
              <a:off x="1863" y="2028"/>
              <a:ext cx="13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4"/>
            <p:cNvSpPr/>
            <p:nvPr/>
          </p:nvSpPr>
          <p:spPr>
            <a:xfrm>
              <a:off x="1513" y="2175"/>
              <a:ext cx="13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4"/>
            <p:cNvSpPr/>
            <p:nvPr/>
          </p:nvSpPr>
          <p:spPr>
            <a:xfrm>
              <a:off x="1191" y="2311"/>
              <a:ext cx="134" cy="7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4"/>
            <p:cNvSpPr/>
            <p:nvPr/>
          </p:nvSpPr>
          <p:spPr>
            <a:xfrm>
              <a:off x="1154" y="2047"/>
              <a:ext cx="134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4"/>
            <p:cNvSpPr/>
            <p:nvPr/>
          </p:nvSpPr>
          <p:spPr>
            <a:xfrm>
              <a:off x="1142" y="1803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4"/>
            <p:cNvSpPr/>
            <p:nvPr/>
          </p:nvSpPr>
          <p:spPr>
            <a:xfrm>
              <a:off x="1500" y="1912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4"/>
            <p:cNvSpPr/>
            <p:nvPr/>
          </p:nvSpPr>
          <p:spPr>
            <a:xfrm>
              <a:off x="1804" y="1801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4"/>
            <p:cNvSpPr/>
            <p:nvPr/>
          </p:nvSpPr>
          <p:spPr>
            <a:xfrm>
              <a:off x="2159" y="1905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4"/>
            <p:cNvSpPr/>
            <p:nvPr/>
          </p:nvSpPr>
          <p:spPr>
            <a:xfrm>
              <a:off x="2432" y="1787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4"/>
            <p:cNvSpPr/>
            <p:nvPr/>
          </p:nvSpPr>
          <p:spPr>
            <a:xfrm>
              <a:off x="470" y="2032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4"/>
            <p:cNvSpPr/>
            <p:nvPr/>
          </p:nvSpPr>
          <p:spPr>
            <a:xfrm>
              <a:off x="68" y="2166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4"/>
            <p:cNvSpPr/>
            <p:nvPr/>
          </p:nvSpPr>
          <p:spPr>
            <a:xfrm>
              <a:off x="798" y="1916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4"/>
            <p:cNvSpPr/>
            <p:nvPr/>
          </p:nvSpPr>
          <p:spPr>
            <a:xfrm>
              <a:off x="455" y="1797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4"/>
            <p:cNvSpPr/>
            <p:nvPr/>
          </p:nvSpPr>
          <p:spPr>
            <a:xfrm>
              <a:off x="113" y="1901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4"/>
            <p:cNvSpPr/>
            <p:nvPr/>
          </p:nvSpPr>
          <p:spPr>
            <a:xfrm>
              <a:off x="432" y="2323"/>
              <a:ext cx="13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4"/>
            <p:cNvSpPr/>
            <p:nvPr/>
          </p:nvSpPr>
          <p:spPr>
            <a:xfrm>
              <a:off x="814" y="2178"/>
              <a:ext cx="134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4"/>
            <p:cNvSpPr/>
            <p:nvPr/>
          </p:nvSpPr>
          <p:spPr>
            <a:xfrm>
              <a:off x="789" y="2472"/>
              <a:ext cx="156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4"/>
            <p:cNvSpPr/>
            <p:nvPr/>
          </p:nvSpPr>
          <p:spPr>
            <a:xfrm>
              <a:off x="2544" y="2015"/>
              <a:ext cx="140" cy="7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4"/>
            <p:cNvSpPr/>
            <p:nvPr/>
          </p:nvSpPr>
          <p:spPr>
            <a:xfrm>
              <a:off x="1457" y="1700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4"/>
            <p:cNvSpPr/>
            <p:nvPr/>
          </p:nvSpPr>
          <p:spPr>
            <a:xfrm>
              <a:off x="1747" y="1599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4"/>
            <p:cNvSpPr/>
            <p:nvPr/>
          </p:nvSpPr>
          <p:spPr>
            <a:xfrm>
              <a:off x="1385" y="1506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4"/>
            <p:cNvSpPr/>
            <p:nvPr/>
          </p:nvSpPr>
          <p:spPr>
            <a:xfrm>
              <a:off x="1093" y="1595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4"/>
            <p:cNvSpPr/>
            <p:nvPr/>
          </p:nvSpPr>
          <p:spPr>
            <a:xfrm>
              <a:off x="792" y="1690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4"/>
            <p:cNvSpPr/>
            <p:nvPr/>
          </p:nvSpPr>
          <p:spPr>
            <a:xfrm>
              <a:off x="2011" y="1512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4"/>
            <p:cNvSpPr/>
            <p:nvPr/>
          </p:nvSpPr>
          <p:spPr>
            <a:xfrm>
              <a:off x="2087" y="1696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4"/>
            <p:cNvSpPr/>
            <p:nvPr/>
          </p:nvSpPr>
          <p:spPr>
            <a:xfrm>
              <a:off x="2345" y="1601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4"/>
            <p:cNvSpPr/>
            <p:nvPr/>
          </p:nvSpPr>
          <p:spPr>
            <a:xfrm>
              <a:off x="2684" y="1686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4"/>
            <p:cNvSpPr/>
            <p:nvPr/>
          </p:nvSpPr>
          <p:spPr>
            <a:xfrm>
              <a:off x="806" y="1512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4"/>
            <p:cNvSpPr/>
            <p:nvPr/>
          </p:nvSpPr>
          <p:spPr>
            <a:xfrm>
              <a:off x="495" y="1597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4"/>
            <p:cNvSpPr/>
            <p:nvPr/>
          </p:nvSpPr>
          <p:spPr>
            <a:xfrm>
              <a:off x="228" y="1508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4"/>
            <p:cNvSpPr/>
            <p:nvPr/>
          </p:nvSpPr>
          <p:spPr>
            <a:xfrm>
              <a:off x="157" y="1698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4"/>
            <p:cNvSpPr/>
            <p:nvPr/>
          </p:nvSpPr>
          <p:spPr>
            <a:xfrm>
              <a:off x="2887" y="1595"/>
              <a:ext cx="124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4"/>
            <p:cNvSpPr/>
            <p:nvPr/>
          </p:nvSpPr>
          <p:spPr>
            <a:xfrm>
              <a:off x="3079" y="1511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4"/>
            <p:cNvSpPr/>
            <p:nvPr/>
          </p:nvSpPr>
          <p:spPr>
            <a:xfrm>
              <a:off x="3270" y="1688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4"/>
            <p:cNvSpPr/>
            <p:nvPr/>
          </p:nvSpPr>
          <p:spPr>
            <a:xfrm>
              <a:off x="3453" y="1599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4"/>
            <p:cNvSpPr/>
            <p:nvPr/>
          </p:nvSpPr>
          <p:spPr>
            <a:xfrm>
              <a:off x="3651" y="1506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4"/>
            <p:cNvSpPr/>
            <p:nvPr/>
          </p:nvSpPr>
          <p:spPr>
            <a:xfrm>
              <a:off x="4251" y="1513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4"/>
            <p:cNvSpPr/>
            <p:nvPr/>
          </p:nvSpPr>
          <p:spPr>
            <a:xfrm>
              <a:off x="3901" y="1701"/>
              <a:ext cx="128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4"/>
            <p:cNvSpPr/>
            <p:nvPr/>
          </p:nvSpPr>
          <p:spPr>
            <a:xfrm>
              <a:off x="4086" y="1608"/>
              <a:ext cx="128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4"/>
            <p:cNvSpPr/>
            <p:nvPr/>
          </p:nvSpPr>
          <p:spPr>
            <a:xfrm>
              <a:off x="1282" y="3653"/>
              <a:ext cx="196" cy="11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4"/>
            <p:cNvSpPr/>
            <p:nvPr/>
          </p:nvSpPr>
          <p:spPr>
            <a:xfrm>
              <a:off x="707" y="4014"/>
              <a:ext cx="191" cy="11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4"/>
            <p:cNvSpPr/>
            <p:nvPr/>
          </p:nvSpPr>
          <p:spPr>
            <a:xfrm>
              <a:off x="2229" y="3090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4"/>
            <p:cNvSpPr/>
            <p:nvPr/>
          </p:nvSpPr>
          <p:spPr>
            <a:xfrm>
              <a:off x="2604" y="2867"/>
              <a:ext cx="156" cy="8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4"/>
            <p:cNvSpPr/>
            <p:nvPr/>
          </p:nvSpPr>
          <p:spPr>
            <a:xfrm>
              <a:off x="2907" y="2668"/>
              <a:ext cx="156" cy="84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4"/>
            <p:cNvSpPr/>
            <p:nvPr/>
          </p:nvSpPr>
          <p:spPr>
            <a:xfrm>
              <a:off x="3248" y="2454"/>
              <a:ext cx="150" cy="9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4"/>
            <p:cNvSpPr/>
            <p:nvPr/>
          </p:nvSpPr>
          <p:spPr>
            <a:xfrm>
              <a:off x="1801" y="3360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4"/>
            <p:cNvSpPr/>
            <p:nvPr/>
          </p:nvSpPr>
          <p:spPr>
            <a:xfrm>
              <a:off x="3512" y="2302"/>
              <a:ext cx="134" cy="73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4"/>
            <p:cNvSpPr/>
            <p:nvPr/>
          </p:nvSpPr>
          <p:spPr>
            <a:xfrm>
              <a:off x="3980" y="2014"/>
              <a:ext cx="134" cy="7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4"/>
            <p:cNvSpPr/>
            <p:nvPr/>
          </p:nvSpPr>
          <p:spPr>
            <a:xfrm>
              <a:off x="3753" y="2158"/>
              <a:ext cx="134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4"/>
            <p:cNvSpPr/>
            <p:nvPr/>
          </p:nvSpPr>
          <p:spPr>
            <a:xfrm>
              <a:off x="4176" y="1898"/>
              <a:ext cx="128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4"/>
            <p:cNvSpPr/>
            <p:nvPr/>
          </p:nvSpPr>
          <p:spPr>
            <a:xfrm>
              <a:off x="4338" y="1797"/>
              <a:ext cx="129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4"/>
            <p:cNvSpPr/>
            <p:nvPr/>
          </p:nvSpPr>
          <p:spPr>
            <a:xfrm>
              <a:off x="4505" y="1700"/>
              <a:ext cx="124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4"/>
            <p:cNvSpPr/>
            <p:nvPr/>
          </p:nvSpPr>
          <p:spPr>
            <a:xfrm>
              <a:off x="4661" y="1603"/>
              <a:ext cx="123" cy="5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4"/>
            <p:cNvSpPr/>
            <p:nvPr/>
          </p:nvSpPr>
          <p:spPr>
            <a:xfrm>
              <a:off x="4803" y="1512"/>
              <a:ext cx="128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4"/>
            <p:cNvSpPr/>
            <p:nvPr/>
          </p:nvSpPr>
          <p:spPr>
            <a:xfrm>
              <a:off x="4930" y="1431"/>
              <a:ext cx="111" cy="5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4"/>
            <p:cNvSpPr/>
            <p:nvPr/>
          </p:nvSpPr>
          <p:spPr>
            <a:xfrm>
              <a:off x="3835" y="1430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4"/>
            <p:cNvSpPr/>
            <p:nvPr/>
          </p:nvSpPr>
          <p:spPr>
            <a:xfrm>
              <a:off x="3286" y="1430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4"/>
            <p:cNvSpPr/>
            <p:nvPr/>
          </p:nvSpPr>
          <p:spPr>
            <a:xfrm>
              <a:off x="2972" y="1366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4"/>
            <p:cNvSpPr/>
            <p:nvPr/>
          </p:nvSpPr>
          <p:spPr>
            <a:xfrm>
              <a:off x="3152" y="1292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4"/>
            <p:cNvSpPr/>
            <p:nvPr/>
          </p:nvSpPr>
          <p:spPr>
            <a:xfrm>
              <a:off x="3020" y="1170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4"/>
            <p:cNvSpPr/>
            <p:nvPr/>
          </p:nvSpPr>
          <p:spPr>
            <a:xfrm>
              <a:off x="2443" y="1368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4"/>
            <p:cNvSpPr/>
            <p:nvPr/>
          </p:nvSpPr>
          <p:spPr>
            <a:xfrm>
              <a:off x="2301" y="1220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4"/>
            <p:cNvSpPr/>
            <p:nvPr/>
          </p:nvSpPr>
          <p:spPr>
            <a:xfrm>
              <a:off x="2095" y="1284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4"/>
            <p:cNvSpPr/>
            <p:nvPr/>
          </p:nvSpPr>
          <p:spPr>
            <a:xfrm>
              <a:off x="2228" y="1442"/>
              <a:ext cx="111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4"/>
            <p:cNvSpPr/>
            <p:nvPr/>
          </p:nvSpPr>
          <p:spPr>
            <a:xfrm>
              <a:off x="1109" y="1424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4"/>
            <p:cNvSpPr/>
            <p:nvPr/>
          </p:nvSpPr>
          <p:spPr>
            <a:xfrm>
              <a:off x="611" y="1284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4"/>
            <p:cNvSpPr/>
            <p:nvPr/>
          </p:nvSpPr>
          <p:spPr>
            <a:xfrm>
              <a:off x="305" y="1358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4"/>
            <p:cNvSpPr/>
            <p:nvPr/>
          </p:nvSpPr>
          <p:spPr>
            <a:xfrm>
              <a:off x="156" y="1154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4"/>
            <p:cNvSpPr/>
            <p:nvPr/>
          </p:nvSpPr>
          <p:spPr>
            <a:xfrm>
              <a:off x="4538" y="1365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4"/>
            <p:cNvSpPr/>
            <p:nvPr/>
          </p:nvSpPr>
          <p:spPr>
            <a:xfrm>
              <a:off x="4407" y="1440"/>
              <a:ext cx="105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4"/>
            <p:cNvSpPr/>
            <p:nvPr/>
          </p:nvSpPr>
          <p:spPr>
            <a:xfrm>
              <a:off x="3992" y="1356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4"/>
            <p:cNvSpPr/>
            <p:nvPr/>
          </p:nvSpPr>
          <p:spPr>
            <a:xfrm>
              <a:off x="3466" y="1356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4"/>
            <p:cNvSpPr/>
            <p:nvPr/>
          </p:nvSpPr>
          <p:spPr>
            <a:xfrm>
              <a:off x="2852" y="1228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4"/>
            <p:cNvSpPr/>
            <p:nvPr/>
          </p:nvSpPr>
          <p:spPr>
            <a:xfrm>
              <a:off x="2678" y="1109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4"/>
            <p:cNvSpPr/>
            <p:nvPr/>
          </p:nvSpPr>
          <p:spPr>
            <a:xfrm>
              <a:off x="2859" y="1045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4"/>
            <p:cNvSpPr/>
            <p:nvPr/>
          </p:nvSpPr>
          <p:spPr>
            <a:xfrm>
              <a:off x="1942" y="104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4"/>
            <p:cNvSpPr/>
            <p:nvPr/>
          </p:nvSpPr>
          <p:spPr>
            <a:xfrm>
              <a:off x="1088" y="1277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4"/>
            <p:cNvSpPr/>
            <p:nvPr/>
          </p:nvSpPr>
          <p:spPr>
            <a:xfrm>
              <a:off x="827" y="135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4"/>
            <p:cNvSpPr/>
            <p:nvPr/>
          </p:nvSpPr>
          <p:spPr>
            <a:xfrm>
              <a:off x="537" y="1428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4"/>
            <p:cNvSpPr/>
            <p:nvPr/>
          </p:nvSpPr>
          <p:spPr>
            <a:xfrm>
              <a:off x="635" y="106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4"/>
            <p:cNvSpPr/>
            <p:nvPr/>
          </p:nvSpPr>
          <p:spPr>
            <a:xfrm>
              <a:off x="1540" y="105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4"/>
            <p:cNvSpPr/>
            <p:nvPr/>
          </p:nvSpPr>
          <p:spPr>
            <a:xfrm>
              <a:off x="1120" y="1063"/>
              <a:ext cx="105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4"/>
            <p:cNvSpPr/>
            <p:nvPr/>
          </p:nvSpPr>
          <p:spPr>
            <a:xfrm>
              <a:off x="4131" y="1284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4"/>
            <p:cNvSpPr/>
            <p:nvPr/>
          </p:nvSpPr>
          <p:spPr>
            <a:xfrm>
              <a:off x="3477" y="1163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4"/>
            <p:cNvSpPr/>
            <p:nvPr/>
          </p:nvSpPr>
          <p:spPr>
            <a:xfrm>
              <a:off x="3315" y="1229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4"/>
            <p:cNvSpPr/>
            <p:nvPr/>
          </p:nvSpPr>
          <p:spPr>
            <a:xfrm>
              <a:off x="3174" y="1112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4"/>
            <p:cNvSpPr/>
            <p:nvPr/>
          </p:nvSpPr>
          <p:spPr>
            <a:xfrm>
              <a:off x="2396" y="1051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4"/>
            <p:cNvSpPr/>
            <p:nvPr/>
          </p:nvSpPr>
          <p:spPr>
            <a:xfrm>
              <a:off x="2769" y="1446"/>
              <a:ext cx="111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4"/>
            <p:cNvSpPr/>
            <p:nvPr/>
          </p:nvSpPr>
          <p:spPr>
            <a:xfrm>
              <a:off x="2656" y="1294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4"/>
            <p:cNvSpPr/>
            <p:nvPr/>
          </p:nvSpPr>
          <p:spPr>
            <a:xfrm>
              <a:off x="2501" y="1159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4"/>
            <p:cNvSpPr/>
            <p:nvPr/>
          </p:nvSpPr>
          <p:spPr>
            <a:xfrm>
              <a:off x="2222" y="1101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4"/>
            <p:cNvSpPr/>
            <p:nvPr/>
          </p:nvSpPr>
          <p:spPr>
            <a:xfrm>
              <a:off x="2029" y="1162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4"/>
            <p:cNvSpPr/>
            <p:nvPr/>
          </p:nvSpPr>
          <p:spPr>
            <a:xfrm>
              <a:off x="1875" y="1356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4"/>
            <p:cNvSpPr/>
            <p:nvPr/>
          </p:nvSpPr>
          <p:spPr>
            <a:xfrm>
              <a:off x="1809" y="1223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4"/>
            <p:cNvSpPr/>
            <p:nvPr/>
          </p:nvSpPr>
          <p:spPr>
            <a:xfrm>
              <a:off x="1738" y="1098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4"/>
            <p:cNvSpPr/>
            <p:nvPr/>
          </p:nvSpPr>
          <p:spPr>
            <a:xfrm>
              <a:off x="1583" y="1289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4"/>
            <p:cNvSpPr/>
            <p:nvPr/>
          </p:nvSpPr>
          <p:spPr>
            <a:xfrm>
              <a:off x="1379" y="1343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4"/>
            <p:cNvSpPr/>
            <p:nvPr/>
          </p:nvSpPr>
          <p:spPr>
            <a:xfrm>
              <a:off x="1529" y="1156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4"/>
            <p:cNvSpPr/>
            <p:nvPr/>
          </p:nvSpPr>
          <p:spPr>
            <a:xfrm>
              <a:off x="1294" y="1222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4"/>
            <p:cNvSpPr/>
            <p:nvPr/>
          </p:nvSpPr>
          <p:spPr>
            <a:xfrm>
              <a:off x="1314" y="1112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4"/>
            <p:cNvSpPr/>
            <p:nvPr/>
          </p:nvSpPr>
          <p:spPr>
            <a:xfrm>
              <a:off x="1082" y="1166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4"/>
            <p:cNvSpPr/>
            <p:nvPr/>
          </p:nvSpPr>
          <p:spPr>
            <a:xfrm>
              <a:off x="877" y="1121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4"/>
            <p:cNvSpPr/>
            <p:nvPr/>
          </p:nvSpPr>
          <p:spPr>
            <a:xfrm>
              <a:off x="875" y="1216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4"/>
            <p:cNvSpPr/>
            <p:nvPr/>
          </p:nvSpPr>
          <p:spPr>
            <a:xfrm>
              <a:off x="680" y="1170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4"/>
            <p:cNvSpPr/>
            <p:nvPr/>
          </p:nvSpPr>
          <p:spPr>
            <a:xfrm>
              <a:off x="411" y="1232"/>
              <a:ext cx="111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4"/>
            <p:cNvSpPr/>
            <p:nvPr/>
          </p:nvSpPr>
          <p:spPr>
            <a:xfrm>
              <a:off x="434" y="1100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4"/>
            <p:cNvSpPr/>
            <p:nvPr/>
          </p:nvSpPr>
          <p:spPr>
            <a:xfrm>
              <a:off x="119" y="1312"/>
              <a:ext cx="111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4"/>
            <p:cNvSpPr/>
            <p:nvPr/>
          </p:nvSpPr>
          <p:spPr>
            <a:xfrm>
              <a:off x="858" y="1001"/>
              <a:ext cx="101" cy="38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4"/>
            <p:cNvSpPr/>
            <p:nvPr/>
          </p:nvSpPr>
          <p:spPr>
            <a:xfrm>
              <a:off x="1341" y="1013"/>
              <a:ext cx="101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4"/>
            <p:cNvSpPr/>
            <p:nvPr/>
          </p:nvSpPr>
          <p:spPr>
            <a:xfrm>
              <a:off x="1739" y="1008"/>
              <a:ext cx="101" cy="38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4"/>
            <p:cNvSpPr/>
            <p:nvPr/>
          </p:nvSpPr>
          <p:spPr>
            <a:xfrm>
              <a:off x="2116" y="1001"/>
              <a:ext cx="100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4"/>
            <p:cNvSpPr/>
            <p:nvPr/>
          </p:nvSpPr>
          <p:spPr>
            <a:xfrm>
              <a:off x="2320" y="941"/>
              <a:ext cx="101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4"/>
            <p:cNvSpPr/>
            <p:nvPr/>
          </p:nvSpPr>
          <p:spPr>
            <a:xfrm>
              <a:off x="2601" y="995"/>
              <a:ext cx="101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4"/>
            <p:cNvSpPr/>
            <p:nvPr/>
          </p:nvSpPr>
          <p:spPr>
            <a:xfrm>
              <a:off x="1667" y="1420"/>
              <a:ext cx="106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4"/>
            <p:cNvSpPr/>
            <p:nvPr/>
          </p:nvSpPr>
          <p:spPr>
            <a:xfrm>
              <a:off x="2557" y="1516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4"/>
            <p:cNvSpPr/>
            <p:nvPr/>
          </p:nvSpPr>
          <p:spPr>
            <a:xfrm>
              <a:off x="3619" y="1287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4"/>
            <p:cNvSpPr/>
            <p:nvPr/>
          </p:nvSpPr>
          <p:spPr>
            <a:xfrm>
              <a:off x="3791" y="1212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4"/>
            <p:cNvSpPr/>
            <p:nvPr/>
          </p:nvSpPr>
          <p:spPr>
            <a:xfrm>
              <a:off x="2134" y="908"/>
              <a:ext cx="79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4"/>
            <p:cNvSpPr/>
            <p:nvPr/>
          </p:nvSpPr>
          <p:spPr>
            <a:xfrm>
              <a:off x="1264" y="908"/>
              <a:ext cx="79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4"/>
            <p:cNvSpPr/>
            <p:nvPr/>
          </p:nvSpPr>
          <p:spPr>
            <a:xfrm>
              <a:off x="1471" y="869"/>
              <a:ext cx="79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4"/>
            <p:cNvSpPr/>
            <p:nvPr/>
          </p:nvSpPr>
          <p:spPr>
            <a:xfrm>
              <a:off x="1650" y="824"/>
              <a:ext cx="83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4"/>
            <p:cNvSpPr/>
            <p:nvPr/>
          </p:nvSpPr>
          <p:spPr>
            <a:xfrm>
              <a:off x="1918" y="869"/>
              <a:ext cx="84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4"/>
            <p:cNvSpPr/>
            <p:nvPr/>
          </p:nvSpPr>
          <p:spPr>
            <a:xfrm>
              <a:off x="1720" y="923"/>
              <a:ext cx="83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4"/>
            <p:cNvSpPr/>
            <p:nvPr/>
          </p:nvSpPr>
          <p:spPr>
            <a:xfrm>
              <a:off x="1913" y="957"/>
              <a:ext cx="95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4"/>
            <p:cNvSpPr/>
            <p:nvPr/>
          </p:nvSpPr>
          <p:spPr>
            <a:xfrm>
              <a:off x="1541" y="962"/>
              <a:ext cx="89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4"/>
            <p:cNvSpPr/>
            <p:nvPr/>
          </p:nvSpPr>
          <p:spPr>
            <a:xfrm>
              <a:off x="1076" y="953"/>
              <a:ext cx="10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4"/>
            <p:cNvSpPr/>
            <p:nvPr/>
          </p:nvSpPr>
          <p:spPr>
            <a:xfrm>
              <a:off x="1983" y="4027"/>
              <a:ext cx="195" cy="10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4"/>
            <p:cNvSpPr/>
            <p:nvPr/>
          </p:nvSpPr>
          <p:spPr>
            <a:xfrm>
              <a:off x="2460" y="3671"/>
              <a:ext cx="196" cy="11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4"/>
            <p:cNvSpPr/>
            <p:nvPr/>
          </p:nvSpPr>
          <p:spPr>
            <a:xfrm>
              <a:off x="3238" y="3121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4"/>
            <p:cNvSpPr/>
            <p:nvPr/>
          </p:nvSpPr>
          <p:spPr>
            <a:xfrm>
              <a:off x="3550" y="2880"/>
              <a:ext cx="157" cy="8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4"/>
            <p:cNvSpPr/>
            <p:nvPr/>
          </p:nvSpPr>
          <p:spPr>
            <a:xfrm>
              <a:off x="2892" y="3377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4"/>
            <p:cNvSpPr/>
            <p:nvPr/>
          </p:nvSpPr>
          <p:spPr>
            <a:xfrm>
              <a:off x="3869" y="2657"/>
              <a:ext cx="151" cy="84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4"/>
            <p:cNvSpPr/>
            <p:nvPr/>
          </p:nvSpPr>
          <p:spPr>
            <a:xfrm>
              <a:off x="4090" y="2475"/>
              <a:ext cx="156" cy="8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4"/>
            <p:cNvSpPr/>
            <p:nvPr/>
          </p:nvSpPr>
          <p:spPr>
            <a:xfrm>
              <a:off x="4327" y="2314"/>
              <a:ext cx="134" cy="7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4"/>
            <p:cNvSpPr/>
            <p:nvPr/>
          </p:nvSpPr>
          <p:spPr>
            <a:xfrm>
              <a:off x="4712" y="2022"/>
              <a:ext cx="134" cy="73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2324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4"/>
            <p:cNvSpPr/>
            <p:nvPr/>
          </p:nvSpPr>
          <p:spPr>
            <a:xfrm>
              <a:off x="4533" y="2162"/>
              <a:ext cx="139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4"/>
            <p:cNvSpPr/>
            <p:nvPr/>
          </p:nvSpPr>
          <p:spPr>
            <a:xfrm>
              <a:off x="4863" y="1920"/>
              <a:ext cx="128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4"/>
            <p:cNvSpPr/>
            <p:nvPr/>
          </p:nvSpPr>
          <p:spPr>
            <a:xfrm>
              <a:off x="5009" y="1807"/>
              <a:ext cx="128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4"/>
            <p:cNvSpPr/>
            <p:nvPr/>
          </p:nvSpPr>
          <p:spPr>
            <a:xfrm>
              <a:off x="5161" y="1702"/>
              <a:ext cx="123" cy="5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4"/>
            <p:cNvSpPr/>
            <p:nvPr/>
          </p:nvSpPr>
          <p:spPr>
            <a:xfrm>
              <a:off x="5277" y="1614"/>
              <a:ext cx="124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4"/>
            <p:cNvSpPr/>
            <p:nvPr/>
          </p:nvSpPr>
          <p:spPr>
            <a:xfrm>
              <a:off x="5398" y="1521"/>
              <a:ext cx="123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4"/>
            <p:cNvSpPr/>
            <p:nvPr/>
          </p:nvSpPr>
          <p:spPr>
            <a:xfrm>
              <a:off x="3255" y="4071"/>
              <a:ext cx="196" cy="10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4"/>
            <p:cNvSpPr/>
            <p:nvPr/>
          </p:nvSpPr>
          <p:spPr>
            <a:xfrm>
              <a:off x="3651" y="3693"/>
              <a:ext cx="196" cy="11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4"/>
            <p:cNvSpPr/>
            <p:nvPr/>
          </p:nvSpPr>
          <p:spPr>
            <a:xfrm>
              <a:off x="4773" y="3705"/>
              <a:ext cx="201" cy="10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4"/>
            <p:cNvSpPr/>
            <p:nvPr/>
          </p:nvSpPr>
          <p:spPr>
            <a:xfrm>
              <a:off x="4491" y="4049"/>
              <a:ext cx="196" cy="105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4"/>
            <p:cNvSpPr/>
            <p:nvPr/>
          </p:nvSpPr>
          <p:spPr>
            <a:xfrm>
              <a:off x="3989" y="3396"/>
              <a:ext cx="168" cy="9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4"/>
            <p:cNvSpPr/>
            <p:nvPr/>
          </p:nvSpPr>
          <p:spPr>
            <a:xfrm>
              <a:off x="4263" y="3141"/>
              <a:ext cx="167" cy="95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4"/>
            <p:cNvSpPr/>
            <p:nvPr/>
          </p:nvSpPr>
          <p:spPr>
            <a:xfrm>
              <a:off x="5044" y="3418"/>
              <a:ext cx="167" cy="95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4"/>
            <p:cNvSpPr/>
            <p:nvPr/>
          </p:nvSpPr>
          <p:spPr>
            <a:xfrm>
              <a:off x="4553" y="2873"/>
              <a:ext cx="156" cy="83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4"/>
            <p:cNvSpPr/>
            <p:nvPr/>
          </p:nvSpPr>
          <p:spPr>
            <a:xfrm>
              <a:off x="5293" y="3116"/>
              <a:ext cx="168" cy="95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4"/>
            <p:cNvSpPr/>
            <p:nvPr/>
          </p:nvSpPr>
          <p:spPr>
            <a:xfrm>
              <a:off x="5497" y="2879"/>
              <a:ext cx="156" cy="8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4"/>
            <p:cNvSpPr/>
            <p:nvPr/>
          </p:nvSpPr>
          <p:spPr>
            <a:xfrm>
              <a:off x="4772" y="2673"/>
              <a:ext cx="156" cy="83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4"/>
            <p:cNvSpPr/>
            <p:nvPr/>
          </p:nvSpPr>
          <p:spPr>
            <a:xfrm>
              <a:off x="4966" y="2488"/>
              <a:ext cx="156" cy="8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4"/>
            <p:cNvSpPr/>
            <p:nvPr/>
          </p:nvSpPr>
          <p:spPr>
            <a:xfrm>
              <a:off x="5444" y="2052"/>
              <a:ext cx="134" cy="73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4"/>
            <p:cNvSpPr/>
            <p:nvPr/>
          </p:nvSpPr>
          <p:spPr>
            <a:xfrm>
              <a:off x="5161" y="2314"/>
              <a:ext cx="140" cy="73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4"/>
            <p:cNvSpPr/>
            <p:nvPr/>
          </p:nvSpPr>
          <p:spPr>
            <a:xfrm>
              <a:off x="5318" y="2176"/>
              <a:ext cx="134" cy="6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4"/>
            <p:cNvSpPr/>
            <p:nvPr/>
          </p:nvSpPr>
          <p:spPr>
            <a:xfrm>
              <a:off x="5581" y="1933"/>
              <a:ext cx="128" cy="6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F2F47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4"/>
            <p:cNvSpPr/>
            <p:nvPr/>
          </p:nvSpPr>
          <p:spPr>
            <a:xfrm>
              <a:off x="5689" y="1811"/>
              <a:ext cx="128" cy="6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F2F47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4"/>
            <p:cNvSpPr/>
            <p:nvPr/>
          </p:nvSpPr>
          <p:spPr>
            <a:xfrm>
              <a:off x="5663" y="2680"/>
              <a:ext cx="156" cy="83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4"/>
            <p:cNvSpPr/>
            <p:nvPr/>
          </p:nvSpPr>
          <p:spPr>
            <a:xfrm>
              <a:off x="-65" y="2865"/>
              <a:ext cx="150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4"/>
            <p:cNvSpPr/>
            <p:nvPr/>
          </p:nvSpPr>
          <p:spPr>
            <a:xfrm>
              <a:off x="2" y="2477"/>
              <a:ext cx="156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4"/>
            <p:cNvSpPr/>
            <p:nvPr/>
          </p:nvSpPr>
          <p:spPr>
            <a:xfrm>
              <a:off x="-9" y="1436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4"/>
            <p:cNvSpPr/>
            <p:nvPr/>
          </p:nvSpPr>
          <p:spPr>
            <a:xfrm>
              <a:off x="5624" y="4010"/>
              <a:ext cx="201" cy="10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29" name="Google Shape;229;p3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4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•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Bar dir="vert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rgbClr val="32324A"/>
            </a:gs>
          </a:gsLst>
          <a:lin ang="2700000" scaled="0"/>
        </a:gra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46"/>
          <p:cNvGrpSpPr/>
          <p:nvPr/>
        </p:nvGrpSpPr>
        <p:grpSpPr>
          <a:xfrm>
            <a:off x="-104775" y="1307695"/>
            <a:ext cx="9350375" cy="5638288"/>
            <a:chOff x="-65" y="822"/>
            <a:chExt cx="5890" cy="3552"/>
          </a:xfrm>
        </p:grpSpPr>
        <p:sp>
          <p:nvSpPr>
            <p:cNvPr id="305" name="Google Shape;305;p46"/>
            <p:cNvSpPr txBox="1"/>
            <p:nvPr/>
          </p:nvSpPr>
          <p:spPr>
            <a:xfrm flipH="1" rot="10020000">
              <a:off x="-14" y="1033"/>
              <a:ext cx="1744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6"/>
            <p:cNvSpPr txBox="1"/>
            <p:nvPr/>
          </p:nvSpPr>
          <p:spPr>
            <a:xfrm flipH="1" rot="10020000">
              <a:off x="-24" y="1127"/>
              <a:ext cx="2033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6"/>
            <p:cNvSpPr txBox="1"/>
            <p:nvPr/>
          </p:nvSpPr>
          <p:spPr>
            <a:xfrm flipH="1" rot="9960000">
              <a:off x="-27" y="1198"/>
              <a:ext cx="2246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6"/>
            <p:cNvSpPr txBox="1"/>
            <p:nvPr/>
          </p:nvSpPr>
          <p:spPr>
            <a:xfrm flipH="1" rot="9900000">
              <a:off x="-43" y="1283"/>
              <a:ext cx="2476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6"/>
            <p:cNvSpPr txBox="1"/>
            <p:nvPr/>
          </p:nvSpPr>
          <p:spPr>
            <a:xfrm flipH="1" rot="9840000">
              <a:off x="-51" y="1397"/>
              <a:ext cx="2770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6"/>
            <p:cNvSpPr txBox="1"/>
            <p:nvPr/>
          </p:nvSpPr>
          <p:spPr>
            <a:xfrm flipH="1" rot="9780000">
              <a:off x="-65" y="1523"/>
              <a:ext cx="3058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6"/>
            <p:cNvSpPr txBox="1"/>
            <p:nvPr/>
          </p:nvSpPr>
          <p:spPr>
            <a:xfrm flipH="1" rot="9720000">
              <a:off x="-93" y="1694"/>
              <a:ext cx="3403" cy="6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6"/>
            <p:cNvSpPr txBox="1"/>
            <p:nvPr/>
          </p:nvSpPr>
          <p:spPr>
            <a:xfrm flipH="1" rot="9600000">
              <a:off x="-99" y="1863"/>
              <a:ext cx="374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6"/>
            <p:cNvSpPr txBox="1"/>
            <p:nvPr/>
          </p:nvSpPr>
          <p:spPr>
            <a:xfrm flipH="1" rot="9420000">
              <a:off x="-165" y="2053"/>
              <a:ext cx="420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6"/>
            <p:cNvSpPr txBox="1"/>
            <p:nvPr/>
          </p:nvSpPr>
          <p:spPr>
            <a:xfrm flipH="1" rot="9360000">
              <a:off x="-214" y="2289"/>
              <a:ext cx="4612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6"/>
            <p:cNvSpPr txBox="1"/>
            <p:nvPr/>
          </p:nvSpPr>
          <p:spPr>
            <a:xfrm flipH="1" rot="9180000">
              <a:off x="-313" y="2617"/>
              <a:ext cx="5200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6"/>
            <p:cNvSpPr txBox="1"/>
            <p:nvPr/>
          </p:nvSpPr>
          <p:spPr>
            <a:xfrm flipH="1" rot="8940000">
              <a:off x="9" y="2881"/>
              <a:ext cx="5401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2F2F47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6"/>
            <p:cNvSpPr txBox="1"/>
            <p:nvPr/>
          </p:nvSpPr>
          <p:spPr>
            <a:xfrm flipH="1" rot="8640000">
              <a:off x="1319" y="2928"/>
              <a:ext cx="4612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F1F2E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6"/>
            <p:cNvSpPr txBox="1"/>
            <p:nvPr/>
          </p:nvSpPr>
          <p:spPr>
            <a:xfrm flipH="1" rot="8220000">
              <a:off x="2681" y="3071"/>
              <a:ext cx="357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30305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6"/>
            <p:cNvSpPr txBox="1"/>
            <p:nvPr/>
          </p:nvSpPr>
          <p:spPr>
            <a:xfrm flipH="1" rot="7860000">
              <a:off x="4053" y="3502"/>
              <a:ext cx="207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0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6"/>
            <p:cNvSpPr txBox="1"/>
            <p:nvPr/>
          </p:nvSpPr>
          <p:spPr>
            <a:xfrm flipH="1" rot="-8340000">
              <a:off x="5086" y="2464"/>
              <a:ext cx="6" cy="2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6"/>
            <p:cNvSpPr txBox="1"/>
            <p:nvPr/>
          </p:nvSpPr>
          <p:spPr>
            <a:xfrm rot="7560000">
              <a:off x="5369" y="4166"/>
              <a:ext cx="501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0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6"/>
            <p:cNvSpPr txBox="1"/>
            <p:nvPr/>
          </p:nvSpPr>
          <p:spPr>
            <a:xfrm rot="-8640000">
              <a:off x="5597" y="3903"/>
              <a:ext cx="6" cy="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 txBox="1"/>
            <p:nvPr/>
          </p:nvSpPr>
          <p:spPr>
            <a:xfrm rot="1020000">
              <a:off x="-146" y="2360"/>
              <a:ext cx="604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 txBox="1"/>
            <p:nvPr/>
          </p:nvSpPr>
          <p:spPr>
            <a:xfrm rot="1560000">
              <a:off x="-198" y="3396"/>
              <a:ext cx="4142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1416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 txBox="1"/>
            <p:nvPr/>
          </p:nvSpPr>
          <p:spPr>
            <a:xfrm rot="1680000">
              <a:off x="-165" y="3624"/>
              <a:ext cx="280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1416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 txBox="1"/>
            <p:nvPr/>
          </p:nvSpPr>
          <p:spPr>
            <a:xfrm rot="1920000">
              <a:off x="-110" y="3922"/>
              <a:ext cx="1400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 txBox="1"/>
            <p:nvPr/>
          </p:nvSpPr>
          <p:spPr>
            <a:xfrm rot="1380000">
              <a:off x="-216" y="3221"/>
              <a:ext cx="5477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2324A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6"/>
            <p:cNvSpPr txBox="1"/>
            <p:nvPr/>
          </p:nvSpPr>
          <p:spPr>
            <a:xfrm rot="960000">
              <a:off x="-115" y="2129"/>
              <a:ext cx="601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B3B5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6"/>
            <p:cNvSpPr txBox="1"/>
            <p:nvPr/>
          </p:nvSpPr>
          <p:spPr>
            <a:xfrm flipH="1" rot="-9840000">
              <a:off x="80" y="1946"/>
              <a:ext cx="575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6"/>
            <p:cNvSpPr txBox="1"/>
            <p:nvPr/>
          </p:nvSpPr>
          <p:spPr>
            <a:xfrm rot="840000">
              <a:off x="374" y="1802"/>
              <a:ext cx="5475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6"/>
            <p:cNvSpPr txBox="1"/>
            <p:nvPr/>
          </p:nvSpPr>
          <p:spPr>
            <a:xfrm rot="720000">
              <a:off x="848" y="1582"/>
              <a:ext cx="4976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6"/>
            <p:cNvSpPr txBox="1"/>
            <p:nvPr/>
          </p:nvSpPr>
          <p:spPr>
            <a:xfrm rot="720000">
              <a:off x="1053" y="1476"/>
              <a:ext cx="4759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6"/>
            <p:cNvSpPr txBox="1"/>
            <p:nvPr/>
          </p:nvSpPr>
          <p:spPr>
            <a:xfrm rot="660000">
              <a:off x="1244" y="1377"/>
              <a:ext cx="4557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6"/>
            <p:cNvSpPr txBox="1"/>
            <p:nvPr/>
          </p:nvSpPr>
          <p:spPr>
            <a:xfrm flipH="1" rot="-10140000">
              <a:off x="1487" y="1305"/>
              <a:ext cx="431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6"/>
            <p:cNvSpPr txBox="1"/>
            <p:nvPr/>
          </p:nvSpPr>
          <p:spPr>
            <a:xfrm flipH="1" rot="-10140000">
              <a:off x="1650" y="1218"/>
              <a:ext cx="415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6"/>
            <p:cNvSpPr txBox="1"/>
            <p:nvPr/>
          </p:nvSpPr>
          <p:spPr>
            <a:xfrm flipH="1" rot="-9960000">
              <a:off x="611" y="1684"/>
              <a:ext cx="520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6"/>
            <p:cNvSpPr txBox="1"/>
            <p:nvPr/>
          </p:nvSpPr>
          <p:spPr>
            <a:xfrm flipH="1" rot="-9480000">
              <a:off x="-204" y="2976"/>
              <a:ext cx="6150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6"/>
            <p:cNvSpPr txBox="1"/>
            <p:nvPr/>
          </p:nvSpPr>
          <p:spPr>
            <a:xfrm flipH="1" rot="-9600000">
              <a:off x="-174" y="2663"/>
              <a:ext cx="6104" cy="6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6"/>
            <p:cNvSpPr/>
            <p:nvPr/>
          </p:nvSpPr>
          <p:spPr>
            <a:xfrm>
              <a:off x="740" y="3359"/>
              <a:ext cx="168" cy="9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6"/>
            <p:cNvSpPr/>
            <p:nvPr/>
          </p:nvSpPr>
          <p:spPr>
            <a:xfrm>
              <a:off x="236" y="3074"/>
              <a:ext cx="168" cy="9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6"/>
            <p:cNvSpPr/>
            <p:nvPr/>
          </p:nvSpPr>
          <p:spPr>
            <a:xfrm>
              <a:off x="159" y="3652"/>
              <a:ext cx="196" cy="10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6"/>
            <p:cNvSpPr/>
            <p:nvPr/>
          </p:nvSpPr>
          <p:spPr>
            <a:xfrm>
              <a:off x="2077" y="2661"/>
              <a:ext cx="156" cy="8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6"/>
            <p:cNvSpPr/>
            <p:nvPr/>
          </p:nvSpPr>
          <p:spPr>
            <a:xfrm>
              <a:off x="1223" y="3076"/>
              <a:ext cx="168" cy="9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6"/>
            <p:cNvSpPr/>
            <p:nvPr/>
          </p:nvSpPr>
          <p:spPr>
            <a:xfrm>
              <a:off x="1686" y="2857"/>
              <a:ext cx="156" cy="9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6"/>
            <p:cNvSpPr/>
            <p:nvPr/>
          </p:nvSpPr>
          <p:spPr>
            <a:xfrm>
              <a:off x="750" y="2839"/>
              <a:ext cx="151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6"/>
            <p:cNvSpPr/>
            <p:nvPr/>
          </p:nvSpPr>
          <p:spPr>
            <a:xfrm>
              <a:off x="367" y="2656"/>
              <a:ext cx="150" cy="8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6"/>
            <p:cNvSpPr/>
            <p:nvPr/>
          </p:nvSpPr>
          <p:spPr>
            <a:xfrm>
              <a:off x="1172" y="2642"/>
              <a:ext cx="156" cy="8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6"/>
            <p:cNvSpPr/>
            <p:nvPr/>
          </p:nvSpPr>
          <p:spPr>
            <a:xfrm>
              <a:off x="2401" y="2485"/>
              <a:ext cx="156" cy="8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6"/>
            <p:cNvSpPr/>
            <p:nvPr/>
          </p:nvSpPr>
          <p:spPr>
            <a:xfrm>
              <a:off x="1910" y="2314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6"/>
            <p:cNvSpPr/>
            <p:nvPr/>
          </p:nvSpPr>
          <p:spPr>
            <a:xfrm>
              <a:off x="2254" y="2154"/>
              <a:ext cx="134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6"/>
            <p:cNvSpPr/>
            <p:nvPr/>
          </p:nvSpPr>
          <p:spPr>
            <a:xfrm>
              <a:off x="2742" y="2305"/>
              <a:ext cx="140" cy="7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6"/>
            <p:cNvSpPr/>
            <p:nvPr/>
          </p:nvSpPr>
          <p:spPr>
            <a:xfrm>
              <a:off x="2812" y="1898"/>
              <a:ext cx="12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6"/>
            <p:cNvSpPr/>
            <p:nvPr/>
          </p:nvSpPr>
          <p:spPr>
            <a:xfrm>
              <a:off x="3721" y="1792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6"/>
            <p:cNvSpPr/>
            <p:nvPr/>
          </p:nvSpPr>
          <p:spPr>
            <a:xfrm>
              <a:off x="3528" y="1896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6"/>
            <p:cNvSpPr/>
            <p:nvPr/>
          </p:nvSpPr>
          <p:spPr>
            <a:xfrm>
              <a:off x="3064" y="1778"/>
              <a:ext cx="128" cy="6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6"/>
            <p:cNvSpPr/>
            <p:nvPr/>
          </p:nvSpPr>
          <p:spPr>
            <a:xfrm>
              <a:off x="3277" y="2024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6"/>
            <p:cNvSpPr/>
            <p:nvPr/>
          </p:nvSpPr>
          <p:spPr>
            <a:xfrm>
              <a:off x="3027" y="2160"/>
              <a:ext cx="133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6"/>
            <p:cNvSpPr/>
            <p:nvPr/>
          </p:nvSpPr>
          <p:spPr>
            <a:xfrm>
              <a:off x="1569" y="2453"/>
              <a:ext cx="150" cy="9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6"/>
            <p:cNvSpPr/>
            <p:nvPr/>
          </p:nvSpPr>
          <p:spPr>
            <a:xfrm>
              <a:off x="1863" y="2028"/>
              <a:ext cx="13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6"/>
            <p:cNvSpPr/>
            <p:nvPr/>
          </p:nvSpPr>
          <p:spPr>
            <a:xfrm>
              <a:off x="1513" y="2175"/>
              <a:ext cx="13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6"/>
            <p:cNvSpPr/>
            <p:nvPr/>
          </p:nvSpPr>
          <p:spPr>
            <a:xfrm>
              <a:off x="1191" y="2311"/>
              <a:ext cx="134" cy="7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6"/>
            <p:cNvSpPr/>
            <p:nvPr/>
          </p:nvSpPr>
          <p:spPr>
            <a:xfrm>
              <a:off x="1154" y="2047"/>
              <a:ext cx="134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6"/>
            <p:cNvSpPr/>
            <p:nvPr/>
          </p:nvSpPr>
          <p:spPr>
            <a:xfrm>
              <a:off x="1142" y="1803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6"/>
            <p:cNvSpPr/>
            <p:nvPr/>
          </p:nvSpPr>
          <p:spPr>
            <a:xfrm>
              <a:off x="1500" y="1912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6"/>
            <p:cNvSpPr/>
            <p:nvPr/>
          </p:nvSpPr>
          <p:spPr>
            <a:xfrm>
              <a:off x="1804" y="1801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6"/>
            <p:cNvSpPr/>
            <p:nvPr/>
          </p:nvSpPr>
          <p:spPr>
            <a:xfrm>
              <a:off x="2159" y="1905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6"/>
            <p:cNvSpPr/>
            <p:nvPr/>
          </p:nvSpPr>
          <p:spPr>
            <a:xfrm>
              <a:off x="2432" y="1787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6"/>
            <p:cNvSpPr/>
            <p:nvPr/>
          </p:nvSpPr>
          <p:spPr>
            <a:xfrm>
              <a:off x="470" y="2032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6"/>
            <p:cNvSpPr/>
            <p:nvPr/>
          </p:nvSpPr>
          <p:spPr>
            <a:xfrm>
              <a:off x="68" y="2166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6"/>
            <p:cNvSpPr/>
            <p:nvPr/>
          </p:nvSpPr>
          <p:spPr>
            <a:xfrm>
              <a:off x="798" y="1916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6"/>
            <p:cNvSpPr/>
            <p:nvPr/>
          </p:nvSpPr>
          <p:spPr>
            <a:xfrm>
              <a:off x="455" y="1797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6"/>
            <p:cNvSpPr/>
            <p:nvPr/>
          </p:nvSpPr>
          <p:spPr>
            <a:xfrm>
              <a:off x="113" y="1901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6"/>
            <p:cNvSpPr/>
            <p:nvPr/>
          </p:nvSpPr>
          <p:spPr>
            <a:xfrm>
              <a:off x="432" y="2323"/>
              <a:ext cx="139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6"/>
            <p:cNvSpPr/>
            <p:nvPr/>
          </p:nvSpPr>
          <p:spPr>
            <a:xfrm>
              <a:off x="814" y="2178"/>
              <a:ext cx="134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6"/>
            <p:cNvSpPr/>
            <p:nvPr/>
          </p:nvSpPr>
          <p:spPr>
            <a:xfrm>
              <a:off x="789" y="2472"/>
              <a:ext cx="156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2544" y="2015"/>
              <a:ext cx="140" cy="7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6"/>
            <p:cNvSpPr/>
            <p:nvPr/>
          </p:nvSpPr>
          <p:spPr>
            <a:xfrm>
              <a:off x="1457" y="1700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6"/>
            <p:cNvSpPr/>
            <p:nvPr/>
          </p:nvSpPr>
          <p:spPr>
            <a:xfrm>
              <a:off x="1747" y="1599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6"/>
            <p:cNvSpPr/>
            <p:nvPr/>
          </p:nvSpPr>
          <p:spPr>
            <a:xfrm>
              <a:off x="1385" y="1506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6"/>
            <p:cNvSpPr/>
            <p:nvPr/>
          </p:nvSpPr>
          <p:spPr>
            <a:xfrm>
              <a:off x="1093" y="1595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792" y="1690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2011" y="1512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2087" y="1696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2345" y="1601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2684" y="1686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806" y="1512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495" y="1597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228" y="1508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157" y="1698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2887" y="1595"/>
              <a:ext cx="124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3079" y="1511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3270" y="1688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3453" y="1599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3651" y="1506"/>
              <a:ext cx="123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4251" y="1513"/>
              <a:ext cx="124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3901" y="1701"/>
              <a:ext cx="128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4086" y="1608"/>
              <a:ext cx="128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1282" y="3653"/>
              <a:ext cx="196" cy="11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707" y="4014"/>
              <a:ext cx="191" cy="11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2229" y="3090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2604" y="2867"/>
              <a:ext cx="156" cy="8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6"/>
            <p:cNvSpPr/>
            <p:nvPr/>
          </p:nvSpPr>
          <p:spPr>
            <a:xfrm>
              <a:off x="2907" y="2668"/>
              <a:ext cx="156" cy="84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3248" y="2454"/>
              <a:ext cx="150" cy="9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1801" y="3360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3512" y="2302"/>
              <a:ext cx="134" cy="73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3980" y="2014"/>
              <a:ext cx="134" cy="7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3753" y="2158"/>
              <a:ext cx="134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4176" y="1898"/>
              <a:ext cx="128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4338" y="1797"/>
              <a:ext cx="129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4505" y="1700"/>
              <a:ext cx="124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4661" y="1603"/>
              <a:ext cx="123" cy="5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4803" y="1512"/>
              <a:ext cx="128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4930" y="1431"/>
              <a:ext cx="111" cy="5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3835" y="1430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3286" y="1430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2972" y="1366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3152" y="1292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3020" y="1170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2443" y="1368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2301" y="1220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6"/>
            <p:cNvSpPr/>
            <p:nvPr/>
          </p:nvSpPr>
          <p:spPr>
            <a:xfrm>
              <a:off x="2095" y="1284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6"/>
            <p:cNvSpPr/>
            <p:nvPr/>
          </p:nvSpPr>
          <p:spPr>
            <a:xfrm>
              <a:off x="2228" y="1442"/>
              <a:ext cx="111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6"/>
            <p:cNvSpPr/>
            <p:nvPr/>
          </p:nvSpPr>
          <p:spPr>
            <a:xfrm>
              <a:off x="1109" y="1424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611" y="1284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305" y="1358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156" y="1154"/>
              <a:ext cx="112" cy="5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4538" y="1365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4407" y="1440"/>
              <a:ext cx="105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6"/>
            <p:cNvSpPr/>
            <p:nvPr/>
          </p:nvSpPr>
          <p:spPr>
            <a:xfrm>
              <a:off x="3992" y="1356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6"/>
            <p:cNvSpPr/>
            <p:nvPr/>
          </p:nvSpPr>
          <p:spPr>
            <a:xfrm>
              <a:off x="3466" y="1356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6"/>
            <p:cNvSpPr/>
            <p:nvPr/>
          </p:nvSpPr>
          <p:spPr>
            <a:xfrm>
              <a:off x="2852" y="1228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6"/>
            <p:cNvSpPr/>
            <p:nvPr/>
          </p:nvSpPr>
          <p:spPr>
            <a:xfrm>
              <a:off x="2678" y="1109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6"/>
            <p:cNvSpPr/>
            <p:nvPr/>
          </p:nvSpPr>
          <p:spPr>
            <a:xfrm>
              <a:off x="2859" y="1045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6"/>
            <p:cNvSpPr/>
            <p:nvPr/>
          </p:nvSpPr>
          <p:spPr>
            <a:xfrm>
              <a:off x="1942" y="104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6"/>
            <p:cNvSpPr/>
            <p:nvPr/>
          </p:nvSpPr>
          <p:spPr>
            <a:xfrm>
              <a:off x="1088" y="1277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6"/>
            <p:cNvSpPr/>
            <p:nvPr/>
          </p:nvSpPr>
          <p:spPr>
            <a:xfrm>
              <a:off x="827" y="135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6"/>
            <p:cNvSpPr/>
            <p:nvPr/>
          </p:nvSpPr>
          <p:spPr>
            <a:xfrm>
              <a:off x="537" y="1428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6"/>
            <p:cNvSpPr/>
            <p:nvPr/>
          </p:nvSpPr>
          <p:spPr>
            <a:xfrm>
              <a:off x="635" y="106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6"/>
            <p:cNvSpPr/>
            <p:nvPr/>
          </p:nvSpPr>
          <p:spPr>
            <a:xfrm>
              <a:off x="1540" y="1050"/>
              <a:ext cx="106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6"/>
            <p:cNvSpPr/>
            <p:nvPr/>
          </p:nvSpPr>
          <p:spPr>
            <a:xfrm>
              <a:off x="1120" y="1063"/>
              <a:ext cx="105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6"/>
            <p:cNvSpPr/>
            <p:nvPr/>
          </p:nvSpPr>
          <p:spPr>
            <a:xfrm>
              <a:off x="4131" y="1284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3477" y="1163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3315" y="1229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3174" y="1112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2396" y="1051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2769" y="1446"/>
              <a:ext cx="111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2656" y="1294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2501" y="1159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2222" y="1101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2029" y="1162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1875" y="1356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1809" y="1223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1738" y="1098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1583" y="1289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1379" y="1343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1529" y="1156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1294" y="1222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1314" y="1112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1082" y="1166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877" y="1121"/>
              <a:ext cx="112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875" y="1216"/>
              <a:ext cx="11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80" y="1170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411" y="1232"/>
              <a:ext cx="111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434" y="1100"/>
              <a:ext cx="112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119" y="1312"/>
              <a:ext cx="111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858" y="1001"/>
              <a:ext cx="101" cy="38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1341" y="1013"/>
              <a:ext cx="101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1739" y="1008"/>
              <a:ext cx="101" cy="38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2116" y="1001"/>
              <a:ext cx="100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2320" y="941"/>
              <a:ext cx="101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2601" y="995"/>
              <a:ext cx="101" cy="3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1667" y="1420"/>
              <a:ext cx="106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2557" y="1516"/>
              <a:ext cx="123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3619" y="1287"/>
              <a:ext cx="112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3791" y="1212"/>
              <a:ext cx="111" cy="5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2134" y="908"/>
              <a:ext cx="79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1264" y="908"/>
              <a:ext cx="79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1471" y="869"/>
              <a:ext cx="79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1650" y="824"/>
              <a:ext cx="83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1918" y="869"/>
              <a:ext cx="84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1720" y="923"/>
              <a:ext cx="83" cy="3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1913" y="957"/>
              <a:ext cx="95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1541" y="962"/>
              <a:ext cx="89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1076" y="953"/>
              <a:ext cx="101" cy="4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1983" y="4027"/>
              <a:ext cx="195" cy="10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2460" y="3671"/>
              <a:ext cx="196" cy="11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3238" y="3121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3550" y="2880"/>
              <a:ext cx="157" cy="8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2892" y="3377"/>
              <a:ext cx="168" cy="9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3869" y="2657"/>
              <a:ext cx="151" cy="84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4090" y="2475"/>
              <a:ext cx="156" cy="8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4327" y="2314"/>
              <a:ext cx="134" cy="7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4712" y="2022"/>
              <a:ext cx="134" cy="73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2324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4533" y="2162"/>
              <a:ext cx="139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4863" y="1920"/>
              <a:ext cx="128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5009" y="1807"/>
              <a:ext cx="128" cy="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5161" y="1702"/>
              <a:ext cx="123" cy="5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5277" y="1614"/>
              <a:ext cx="124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5398" y="1521"/>
              <a:ext cx="123" cy="5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3255" y="4071"/>
              <a:ext cx="196" cy="10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3651" y="3693"/>
              <a:ext cx="196" cy="11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4773" y="3705"/>
              <a:ext cx="201" cy="10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28283C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4491" y="4049"/>
              <a:ext cx="196" cy="10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28283C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3989" y="3396"/>
              <a:ext cx="168" cy="9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4263" y="3141"/>
              <a:ext cx="167" cy="9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5044" y="3418"/>
              <a:ext cx="167" cy="9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28283C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4553" y="2873"/>
              <a:ext cx="156" cy="8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5293" y="3116"/>
              <a:ext cx="168" cy="9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5497" y="2879"/>
              <a:ext cx="156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28283C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4772" y="2673"/>
              <a:ext cx="156" cy="8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4966" y="2488"/>
              <a:ext cx="156" cy="8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5444" y="2052"/>
              <a:ext cx="134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5161" y="2314"/>
              <a:ext cx="140" cy="7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5318" y="2176"/>
              <a:ext cx="134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5581" y="1933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B3B58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5689" y="1811"/>
              <a:ext cx="128" cy="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B3B58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5663" y="2680"/>
              <a:ext cx="156" cy="83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-65" y="2865"/>
              <a:ext cx="150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2" y="2477"/>
              <a:ext cx="156" cy="8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-9" y="1436"/>
              <a:ext cx="106" cy="4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5624" y="4010"/>
              <a:ext cx="201" cy="10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28283C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2" name="Google Shape;522;p46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•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3" name="Google Shape;523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4" name="Google Shape;524;p4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5" name="Google Shape;525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6" name="Google Shape;526;p46"/>
          <p:cNvSpPr txBox="1"/>
          <p:nvPr>
            <p:ph idx="12" type="sldNum"/>
          </p:nvPr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transition>
    <p:randomBar dir="vert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 Small Exercise </a:t>
            </a:r>
            <a:endParaRPr/>
          </a:p>
        </p:txBody>
      </p:sp>
      <p:sp>
        <p:nvSpPr>
          <p:cNvPr id="539" name="Google Shape;539;p1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Suppose you need to implement a movie rental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movie rental system must deal with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Three kind of movie rental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release ($3)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Regular ($2)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Children  ($2)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movie, of course, can have several copies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customer can ask for a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Please write down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draft classes, some primary methods in each class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main() to show how your classes are used.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7" name="Google Shape;547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 example</a:t>
            </a:r>
            <a:endParaRPr/>
          </a:p>
        </p:txBody>
      </p:sp>
      <p:sp>
        <p:nvSpPr>
          <p:cNvPr id="548" name="Google Shape;548;p2"/>
          <p:cNvSpPr txBox="1"/>
          <p:nvPr>
            <p:ph idx="1" type="body"/>
          </p:nvPr>
        </p:nvSpPr>
        <p:spPr>
          <a:xfrm>
            <a:off x="468312" y="1341437"/>
            <a:ext cx="8218487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movie rental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Please take time to read movie-p05.java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write down your thoughts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 is it  bad from your experience?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you plan to change it? (Compare it with your version, which is better?)</a:t>
            </a:r>
            <a:endParaRPr/>
          </a:p>
        </p:txBody>
      </p:sp>
      <p:pic>
        <p:nvPicPr>
          <p:cNvPr id="549" name="Google Shape;549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4191000"/>
            <a:ext cx="8316912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6" name="Google Shape;556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800" y="1600200"/>
            <a:ext cx="6754812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4" name="Google Shape;564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movie-p05 的問題</a:t>
            </a:r>
            <a:endParaRPr/>
          </a:p>
        </p:txBody>
      </p:sp>
      <p:sp>
        <p:nvSpPr>
          <p:cNvPr id="565" name="Google Shape;565;p4"/>
          <p:cNvSpPr txBox="1"/>
          <p:nvPr>
            <p:ph idx="1" type="body"/>
          </p:nvPr>
        </p:nvSpPr>
        <p:spPr>
          <a:xfrm>
            <a:off x="428625" y="142875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well designed, poorly written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 to change to deal with obvious future evolution. 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 design is made to deal with focused future change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還記得我曾經告訴你們，沒有任何一個 design 是正確答案。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當你要判定一個 design 是否設計良善，你得先看看他所要對付的未來維護需求是什麼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未來的維護需求</a:t>
            </a:r>
            <a:endParaRPr/>
          </a:p>
        </p:txBody>
      </p:sp>
      <p:sp>
        <p:nvSpPr>
          <p:cNvPr id="571" name="Google Shape;571;p5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幾乎一定會發生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可能會發生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會發生但是可能性微乎其微</a:t>
            </a:r>
            <a:endParaRPr/>
          </a:p>
        </p:txBody>
      </p:sp>
      <p:sp>
        <p:nvSpPr>
          <p:cNvPr id="572" name="Google Shape;572;p5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所以?</a:t>
            </a:r>
            <a:endParaRPr/>
          </a:p>
        </p:txBody>
      </p:sp>
      <p:sp>
        <p:nvSpPr>
          <p:cNvPr id="578" name="Google Shape;578;p6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這個例子的幾個主要未來維護需求是什麼?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片子的種類會新增與刪減 (一定會發生)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片子的常客基點與常客的促銷邏輯會更改 (應該會發生)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片子的 print_statement 印出的格式會不斷地修改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片子的價格會改變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一個片子會從新片變成舊片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a future change – customer wants a new function called </a:t>
            </a:r>
            <a:r>
              <a:rPr b="0" i="1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htmlStatement()</a:t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will find you cannot reuse any code in p05 formally. </a:t>
            </a:r>
            <a:endParaRPr/>
          </a:p>
          <a:p>
            <a:pPr indent="-533400" lvl="1" marL="990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Eventually, you copy-paste 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statement() 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modify it into a new 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htmlStatement()</a:t>
            </a:r>
            <a:endParaRPr/>
          </a:p>
          <a:p>
            <a:pPr indent="-533400" lvl="1" marL="990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Some time in the future, you need to change the rule of computing frequent renter points </a:t>
            </a:r>
            <a:endParaRPr/>
          </a:p>
          <a:p>
            <a:pPr indent="-533400" lvl="1" marL="990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need to change two places and maintain the consistency at two places.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7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3" name="Google Shape;593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 time goes by</a:t>
            </a:r>
            <a:endParaRPr/>
          </a:p>
        </p:txBody>
      </p:sp>
      <p:sp>
        <p:nvSpPr>
          <p:cNvPr id="594" name="Google Shape;594;p8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time goes by, programmers come and go and movie-p05 becomes chaotic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Every fix can be done at once. There are too many places to fix anytime a change request is made by customer because more and more places should remain consistent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b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cost(fixing＋debug+testing) &gt; cost(rework)</a:t>
            </a:r>
            <a:b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time to rebuild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called software entropy(熵)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changes to a bad code is hard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9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1" name="Google Shape;601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Let movie</a:t>
            </a:r>
            <a:r>
              <a:rPr b="0" i="0" lang="en-US" sz="40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–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p05 can deal with Change (The first step)</a:t>
            </a:r>
            <a:endParaRPr/>
          </a:p>
        </p:txBody>
      </p:sp>
      <p:sp>
        <p:nvSpPr>
          <p:cNvPr id="602" name="Google Shape;602;p9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 movie-p05  113-130  into a method of customer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Each -&gt; aRental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Logic：centralize the part of code that is subject to change in the future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 is in movie-p11.java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9" name="Google Shape;60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Review movie-p11 again</a:t>
            </a:r>
            <a:endParaRPr/>
          </a:p>
        </p:txBody>
      </p:sp>
      <p:sp>
        <p:nvSpPr>
          <p:cNvPr id="610" name="Google Shape;610;p10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you have any unpleasant feeling about the </a:t>
            </a:r>
            <a:r>
              <a:rPr b="0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amountFor()</a:t>
            </a:r>
            <a:r>
              <a:rPr b="0" i="1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Customer?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1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amountFor uses two many information from other classes.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1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 most cases, a method should be on the object whose data it uses.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move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amountFor() 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Rental class to become a method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getCharge()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remove temp variable </a:t>
            </a:r>
            <a:r>
              <a:rPr b="0" i="0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thisAmount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see movie-p21.java</a:t>
            </a:r>
            <a:endParaRPr/>
          </a:p>
        </p:txBody>
      </p:sp>
    </p:spTree>
  </p:cSld>
  <p:clrMapOvr>
    <a:masterClrMapping/>
  </p:clrMapOvr>
  <p:transition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1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7" name="Google Shape;617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p19</a:t>
            </a:r>
            <a:endParaRPr/>
          </a:p>
        </p:txBody>
      </p:sp>
      <p:pic>
        <p:nvPicPr>
          <p:cNvPr id="618" name="Google Shape;61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628775"/>
            <a:ext cx="8229600" cy="2430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2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5" name="Google Shape;625;p12"/>
          <p:cNvSpPr txBox="1"/>
          <p:nvPr>
            <p:ph type="title"/>
          </p:nvPr>
        </p:nvSpPr>
        <p:spPr>
          <a:xfrm>
            <a:off x="611187" y="-315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p24</a:t>
            </a:r>
            <a:endParaRPr/>
          </a:p>
        </p:txBody>
      </p:sp>
      <p:pic>
        <p:nvPicPr>
          <p:cNvPr id="626" name="Google Shape;62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620712"/>
            <a:ext cx="6121400" cy="60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3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3" name="Google Shape;633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Movie-p21.java</a:t>
            </a:r>
            <a:endParaRPr/>
          </a:p>
        </p:txBody>
      </p:sp>
      <p:sp>
        <p:nvSpPr>
          <p:cNvPr id="634" name="Google Shape;634;p13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Now，in movie-p21.java, 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statement() </a:t>
            </a: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becomes much better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Besides, 101-106 include another part of code that is subject to change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change it into another method of Rental class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getFrequentRenterPoints()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see movie-p25.java</a:t>
            </a:r>
            <a:endParaRPr/>
          </a:p>
        </p:txBody>
      </p:sp>
    </p:spTree>
  </p:cSld>
  <p:clrMapOvr>
    <a:masterClrMapping/>
  </p:clrMapOvr>
  <p:transition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4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1" name="Google Shape;641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movie-P25.java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642" name="Google Shape;64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1071562"/>
            <a:ext cx="5802312" cy="5786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5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9" name="Google Shape;649;p15"/>
          <p:cNvSpPr txBox="1"/>
          <p:nvPr>
            <p:ph type="title"/>
          </p:nvPr>
        </p:nvSpPr>
        <p:spPr>
          <a:xfrm>
            <a:off x="395287" y="-3873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p30</a:t>
            </a:r>
            <a:endParaRPr/>
          </a:p>
        </p:txBody>
      </p:sp>
      <p:pic>
        <p:nvPicPr>
          <p:cNvPr id="650" name="Google Shape;650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520700"/>
            <a:ext cx="6105525" cy="63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6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57" name="Google Shape;657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Remove temp variables</a:t>
            </a:r>
            <a:endParaRPr/>
          </a:p>
        </p:txBody>
      </p:sp>
      <p:sp>
        <p:nvSpPr>
          <p:cNvPr id="658" name="Google Shape;658;p16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temp variables can be a problem, which encourage long routines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remove temps totalAmounts and frequentRenterPoints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see movie-p33.java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movie-p33.java a htmlStatement() method is added.  -&gt; now if we want to change rule, only one place should be changed.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7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5" name="Google Shape;665;p17"/>
          <p:cNvSpPr txBox="1"/>
          <p:nvPr>
            <p:ph type="title"/>
          </p:nvPr>
        </p:nvSpPr>
        <p:spPr>
          <a:xfrm>
            <a:off x="539750" y="-315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movie-p33</a:t>
            </a:r>
            <a:endParaRPr/>
          </a:p>
        </p:txBody>
      </p:sp>
      <p:pic>
        <p:nvPicPr>
          <p:cNvPr id="666" name="Google Shape;66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620712"/>
            <a:ext cx="6480175" cy="60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8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3" name="Google Shape;673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Review movie-p33.java</a:t>
            </a:r>
            <a:endParaRPr/>
          </a:p>
        </p:txBody>
      </p:sp>
      <p:sp>
        <p:nvSpPr>
          <p:cNvPr id="674" name="Google Shape;674;p18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this code perfect now? not yet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a bad idea to do a switch based on an attribute of another object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example, when a new movie class called Adult is added, changes are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 the definition in movie class.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Rental::getCharge() should be changed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Let’s move getCharge(), getFrequentRenterPoints() 的 code 搬到 movie class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see movie-p37.java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9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81" name="Google Shape;681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p36</a:t>
            </a:r>
            <a:endParaRPr/>
          </a:p>
        </p:txBody>
      </p:sp>
      <p:pic>
        <p:nvPicPr>
          <p:cNvPr id="682" name="Google Shape;682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557337"/>
            <a:ext cx="8388350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0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89" name="Google Shape;689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p37</a:t>
            </a:r>
            <a:endParaRPr/>
          </a:p>
        </p:txBody>
      </p:sp>
      <p:pic>
        <p:nvPicPr>
          <p:cNvPr id="690" name="Google Shape;69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1268412"/>
            <a:ext cx="8496300" cy="52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1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97" name="Google Shape;697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Review of movie-p37</a:t>
            </a:r>
            <a:endParaRPr/>
          </a:p>
        </p:txBody>
      </p:sp>
      <p:sp>
        <p:nvSpPr>
          <p:cNvPr id="698" name="Google Shape;698;p21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So, how about it now? perfect? not yet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switch in getCharge() is a typical bad code which cannot answer changes well.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practice, such switch() can occurs in several places (recall that when polymorphism is introduced). Each switch must be kept consistent。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Often, a switch that will change from time to time satisfies  the precondition of  subclassing. We can replace it by polymorphism and inheritance 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2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05" name="Google Shape;705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6" name="Google Shape;706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620712"/>
            <a:ext cx="8135937" cy="3230562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22"/>
          <p:cNvSpPr txBox="1"/>
          <p:nvPr/>
        </p:nvSpPr>
        <p:spPr>
          <a:xfrm>
            <a:off x="468312" y="4292600"/>
            <a:ext cx="8229600" cy="2232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Move each branch of switch to subclasses getCharge 中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replace switch statement with polymorphism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Feeling good? (自我感覺良好嗎?)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3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14" name="Google Shape;714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3"/>
          <p:cNvSpPr txBox="1"/>
          <p:nvPr>
            <p:ph idx="1" type="body"/>
          </p:nvPr>
        </p:nvSpPr>
        <p:spPr>
          <a:xfrm>
            <a:off x="428625" y="785812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Unfortunately，such inheritance structure has flaw. However, amateur OO analysts will most reach such kind of results </a:t>
            </a:r>
            <a:endParaRPr b="0" i="0" sz="28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this application, a movie object may change its classification during life time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E.g., suppose a new release film Q changes to a regular movie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Consequently, what will you do?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a regular movie P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Clone the data of Q to P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Destroy Q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That’s it?  (No. take a look at the main())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sng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An object cannot change its class during life time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sng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4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22" name="Google Shape;722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state design pattern</a:t>
            </a:r>
            <a:endParaRPr/>
          </a:p>
        </p:txBody>
      </p:sp>
      <p:pic>
        <p:nvPicPr>
          <p:cNvPr id="723" name="Google Shape;72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989137"/>
            <a:ext cx="8713787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5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30" name="Google Shape;73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5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correct answer is change movie-p37 to  movie-p52.java using state design pattern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Please see movie-p52.java</a:t>
            </a:r>
            <a:endParaRPr/>
          </a:p>
        </p:txBody>
      </p:sp>
    </p:spTree>
  </p:cSld>
  <p:clrMapOvr>
    <a:masterClrMapping/>
  </p:clrMapOvr>
  <p:transition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6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38" name="Google Shape;738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p51 Fig1.16</a:t>
            </a:r>
            <a:endParaRPr/>
          </a:p>
        </p:txBody>
      </p:sp>
      <p:pic>
        <p:nvPicPr>
          <p:cNvPr id="739" name="Google Shape;739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700212"/>
            <a:ext cx="8604250" cy="39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7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46" name="Google Shape;746;p27"/>
          <p:cNvSpPr txBox="1"/>
          <p:nvPr>
            <p:ph type="title"/>
          </p:nvPr>
        </p:nvSpPr>
        <p:spPr>
          <a:xfrm>
            <a:off x="53975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p51 F1.17</a:t>
            </a:r>
            <a:endParaRPr/>
          </a:p>
        </p:txBody>
      </p:sp>
      <p:pic>
        <p:nvPicPr>
          <p:cNvPr id="747" name="Google Shape;74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833437"/>
            <a:ext cx="7129462" cy="6024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8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54" name="Google Shape;754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Refactoring (重構）</a:t>
            </a:r>
            <a:endParaRPr/>
          </a:p>
        </p:txBody>
      </p:sp>
      <p:sp>
        <p:nvSpPr>
          <p:cNvPr id="755" name="Google Shape;755;p28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above technique is called refactoring, a mechanism to improve architecture of as-build codes.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change is based on step by step and each step is validated by all the testing cases.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It is of course, not cost-free</a:t>
            </a:r>
            <a:endParaRPr/>
          </a:p>
        </p:txBody>
      </p:sp>
    </p:spTree>
  </p:cSld>
  <p:clrMapOvr>
    <a:masterClrMapping/>
  </p:clrMapOvr>
  <p:transition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9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2" name="Google Shape;762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Design Patterns</a:t>
            </a:r>
            <a:endParaRPr/>
          </a:p>
        </p:txBody>
      </p:sp>
      <p:sp>
        <p:nvSpPr>
          <p:cNvPr id="763" name="Google Shape;763;p29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過去，在實做各種各類的軟體過程中，許多人累積了寶貴的物件導向分析經驗。經過蒐集整理，這些寶貴的繼承架構，class diagram，物件互動架構等等，被蒐集成所謂的 design patterns。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you encounter some problems in OOAD or OOP. It is rare that your problem is new.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Some people collects these problems and solution into a some form of reuses.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 patterns are one kind of reuse, but not code reuse. Instead, it is a kind of pattern reuse.</a:t>
            </a:r>
            <a:endParaRPr/>
          </a:p>
        </p:txBody>
      </p:sp>
    </p:spTree>
  </p:cSld>
  <p:clrMapOvr>
    <a:masterClrMapping/>
  </p:clrMapOvr>
  <p:transition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0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70" name="Google Shape;770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/>
          </a:p>
        </p:txBody>
      </p:sp>
      <p:sp>
        <p:nvSpPr>
          <p:cNvPr id="771" name="Google Shape;771;p30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main purpose of OOAD is to make our code easy to maintain, change, and evolve,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Good analysis is difficult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Don’t expect you will become a OOAD expert because you take the course.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Typically, having analysis is better than no analysis. Recall the integrity of architecture and thought. </a:t>
            </a:r>
            <a:endParaRPr/>
          </a:p>
        </p:txBody>
      </p:sp>
    </p:spTree>
  </p:cSld>
  <p:clrMapOvr>
    <a:masterClrMapping/>
  </p:clrMapOvr>
  <p:transition>
    <p:randomBar dir="vert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1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78" name="Google Shape;778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/>
          </a:p>
        </p:txBody>
      </p:sp>
      <p:sp>
        <p:nvSpPr>
          <p:cNvPr id="779" name="Google Shape;779;p31"/>
          <p:cNvSpPr txBox="1"/>
          <p:nvPr>
            <p:ph idx="1" type="body"/>
          </p:nvPr>
        </p:nvSpPr>
        <p:spPr>
          <a:xfrm>
            <a:off x="500062" y="1214437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Good architecture != good performance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most cases, good architecture may have worse performance.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some design concerns, some classes will be merged to increase performance (if they are found to be guilty of the blame)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Programmers that can write good and clean OO code are hard to find.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Good analysis, of course, can be used to create good teamwork (WBS work breaking structure)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Good analyst can smell the change in system design and make the part OO ly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Don’t overdesign. If the change will not occurs within 100 years, make the part Ooly is a waste of time.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Good OOAD must eventually demonstrate at the level of code.  Extensive programming experience is required.</a:t>
            </a:r>
            <a:endParaRPr/>
          </a:p>
          <a:p>
            <a:pPr indent="-1905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2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86" name="Google Shape;786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/>
          </a:p>
        </p:txBody>
      </p:sp>
      <p:sp>
        <p:nvSpPr>
          <p:cNvPr id="787" name="Google Shape;787;p32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a software development project. How much efforts should be put in OOAD?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type of software  you build (what kind of market you are in)?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e.g. there is no need for analysis for most research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evolveability very important in your area?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technology changing very fast in your area?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long is your design/code typically out of date and thrown away?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is the scale of your software?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is the total cost of your software?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Are documentation/process important in your company?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 your programmers high transition rate?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much quality you care?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 month design/planning, 3 month coding, 3 month testing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/>
        </p:nvSpPr>
        <p:spPr>
          <a:xfrm>
            <a:off x="122237" y="6257925"/>
            <a:ext cx="604837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94" name="Google Shape;794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/>
          </a:p>
        </p:txBody>
      </p:sp>
      <p:sp>
        <p:nvSpPr>
          <p:cNvPr id="795" name="Google Shape;795;p33"/>
          <p:cNvSpPr txBox="1"/>
          <p:nvPr>
            <p:ph idx="1" type="body"/>
          </p:nvPr>
        </p:nvSpPr>
        <p:spPr>
          <a:xfrm>
            <a:off x="457200" y="1600200"/>
            <a:ext cx="8229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/>
          </a:p>
        </p:txBody>
      </p:sp>
    </p:spTree>
  </p:cSld>
  <p:clrMapOvr>
    <a:masterClrMapping/>
  </p:clrMapOvr>
  <p:transition>
    <p:randomBar dir="vert"/>
  </p:transition>
</p:sld>
</file>

<file path=ppt/theme/theme1.xml><?xml version="1.0" encoding="utf-8"?>
<a:theme xmlns:a="http://schemas.openxmlformats.org/drawingml/2006/main" xmlns:r="http://schemas.openxmlformats.org/officeDocument/2006/relationships" name="1_Digital Dots">
  <a:themeElements>
    <a:clrScheme name="Digital Dot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gital Dots">
  <a:themeElements>
    <a:clrScheme name="Digital Dot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